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Smart Workforce Analytics &amp;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HCL Python Hackathon Project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Database + Analytics + Charts + Flask Dashboard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Presentation prepared for 3 team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1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Introduce the team, project title, and one-line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 data is often scattered and difficult to manage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Manual analysis takes time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Management needs quick insights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 smart digital system can solve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1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Explain the real-world problem and why your project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Store employee records in SQLite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Perform CRUD operations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Analyze data using Pandas and NumPy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Generate charts with Matplotlib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Present results through Flask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1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Explain what the project was designed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Python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SQLite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Object-Oriented Programming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Pandas and NumPy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Matplotlib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Flask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2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Describe each technology briefly and simply.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 Data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SQLite Database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Python Modules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Analytics Engine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Charts and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2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Walk through the data flow from input to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OOP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DatabaseManager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AnalyticsEngine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ReportGenerator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2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Explain how each class has its own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Add, update, and delete operations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Department salary analysis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Top performer filtering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Statistical calculations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Web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2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Highlight the core features completed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Summary cards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 form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Analytics tables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Charts section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Management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3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Introduce the dashboard before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Visual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75C2A"/>
                </a:solidFill>
              </a:rPr>
              <a:t>Generated using Matplotlib</a:t>
            </a:r>
          </a:p>
        </p:txBody>
      </p:sp>
      <p:pic>
        <p:nvPicPr>
          <p:cNvPr id="4" name="Picture 3" descr="salary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212080" cy="2895600"/>
          </a:xfrm>
          <a:prstGeom prst="rect">
            <a:avLst/>
          </a:prstGeom>
        </p:spPr>
      </p:pic>
      <p:pic>
        <p:nvPicPr>
          <p:cNvPr id="5" name="Picture 4" descr="salary_vs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93776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More Analytics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75C2A"/>
                </a:solidFill>
              </a:rPr>
              <a:t>Additional charts</a:t>
            </a:r>
          </a:p>
        </p:txBody>
      </p:sp>
      <p:pic>
        <p:nvPicPr>
          <p:cNvPr id="4" name="Picture 3" descr="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212080" cy="3257550"/>
          </a:xfrm>
          <a:prstGeom prst="rect">
            <a:avLst/>
          </a:prstGeom>
        </p:spPr>
      </p:pic>
      <p:pic>
        <p:nvPicPr>
          <p:cNvPr id="5" name="Picture 4" descr="department_workforc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9377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Database-driven workforce system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Employee CRUD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Analytics using Pandas and NumPy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Charts with Matplotlib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Presentation-ready Flask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3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Summarize the project in a simple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Login and role-based access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Search and advanced filters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PDF or Excel export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More HR metrics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Member 3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Show possible improvements for the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A33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Thank you for your time</a:t>
            </a:r>
          </a:p>
          <a:p>
            <a:pPr>
              <a:spcAft>
                <a:spcPts val="1200"/>
              </a:spcAft>
              <a:defRPr sz="2000">
                <a:solidFill>
                  <a:srgbClr val="3E4952"/>
                </a:solidFill>
              </a:defRPr>
            </a:pPr>
            <a:r>
              <a:t>We are happy to answer your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371600"/>
            <a:ext cx="5303520" cy="4480560"/>
          </a:xfrm>
          <a:prstGeom prst="roundRect">
            <a:avLst/>
          </a:prstGeom>
          <a:solidFill>
            <a:srgbClr val="FFFCF7"/>
          </a:solidFill>
          <a:ln>
            <a:solidFill>
              <a:srgbClr val="E1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75C2A"/>
                </a:solidFill>
              </a:rPr>
              <a:t>All Members</a:t>
            </a:r>
          </a:p>
          <a:p>
            <a:pPr>
              <a:spcBef>
                <a:spcPts val="1000"/>
              </a:spcBef>
              <a:defRPr sz="1600">
                <a:solidFill>
                  <a:srgbClr val="3E4952"/>
                </a:solidFill>
              </a:defRPr>
            </a:pPr>
            <a:r>
              <a:t>Close confidently and move to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